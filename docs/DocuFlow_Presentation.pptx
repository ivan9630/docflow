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474720"/>
            <a:ext cx="2011680" cy="201168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57200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72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HACKATHON 2026  ·  TRAITEMENT DOCUMENTAIRE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DocuFlow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206240" y="1005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traitement automatique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documents administratifs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41148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DocuFlow  ·  Ivan · Jules · Romain · Hajar · James · David · Boubakar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github.com/ivan9630/docflow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⏱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Chronophage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document traité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manuellement en 15-20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❌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humaines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2697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SIREN, montants, dates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retranscrits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65176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📈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1792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scalable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697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de documents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jour impossibles à gérer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Un opérateur traite en moyenne 40 documents/jour — DocuFlow en traite 1 000 en quelques minutes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4688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4688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188720"/>
            <a:ext cx="91440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258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06240" y="13716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4688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188720"/>
            <a:ext cx="91440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3258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040880" y="13716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Claude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4688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0"/>
            <a:ext cx="91440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54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71600" y="32004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4688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017520"/>
            <a:ext cx="91440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154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206240" y="32004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zones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46888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3017520"/>
            <a:ext cx="91440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154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🏢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040880" y="32004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CRM+Conf.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TECHNIQUE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services Docker · Pipeline 6 étapes · Data Lake Médaillon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463040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PDF/Images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50MB max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737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B3C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011680" y="1188720"/>
            <a:ext cx="1463040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1168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331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Tesseract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B3C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749040" y="1188720"/>
            <a:ext cx="14630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4904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CLAUDE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2331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Entités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737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B3C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0" y="1188720"/>
            <a:ext cx="1463040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331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+ 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0→1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1737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B3C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223760" y="1188720"/>
            <a:ext cx="146304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2376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2331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métier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200400"/>
            <a:ext cx="859536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37560"/>
            <a:ext cx="2651760" cy="1463040"/>
          </a:xfrm>
          <a:prstGeom prst="rect">
            <a:avLst/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" y="34015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🟤  RAW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74320" y="390448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bruts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immuables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154680" y="3337560"/>
            <a:ext cx="265176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154680" y="34015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 CLEAN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154680" y="390448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extrait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35040" y="3337560"/>
            <a:ext cx="2651760" cy="1463040"/>
          </a:xfrm>
          <a:prstGeom prst="rect">
            <a:avLst/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35040" y="34015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CURATED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35040" y="390448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 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métier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4320" y="32278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S3 — DATA LAKE MÉDAILLON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OCR &amp; EXTRACTION NER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Jules ARAUD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hybride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natif 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8562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→ texte direct, confiance 96%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Scan/Image 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633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5 + OpenCV (débruitage, deskew, Otsu)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spaCy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4107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Organisations, dates, lieux → fr_core_news_sm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métier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187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(Luhn), TVA (mod 97), IBAN, montants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097280"/>
            <a:ext cx="411480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0972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Résultat extraction JSON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1508760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     "facture",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792224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"confiance": 0.95,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075688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"siren":     "123456789",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359152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"siret":     "12345678900045",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642616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"tva":       "FR51123456789",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926080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"ht":        1000.00,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209544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"tva_val":   200.00,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493008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"ttc":       1200.00,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776472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"iban":      "FR7630004...",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059936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     "16/03/2026"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FRAUDE &amp; CONFORMITÉ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Hajar MOUSSAOUI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Validations algorithmiques (instantané)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023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9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SIRET / SIREN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SIRET doit commencer par les 9 chiffres du SIREN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4023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40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Clé TVA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= (12 + 3 × SIREN) mod 97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4023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72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Montants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346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= HT × (1 + taux TVA) ± 0.02€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4023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03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IBAN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078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avec référentiel fournisseur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097280"/>
            <a:ext cx="429768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0972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Détection IA Claude (contextuelle)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7373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Incohérences inter-documents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2304288"/>
            <a:ext cx="429768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4688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Montants aberrants détectés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3035808"/>
            <a:ext cx="429768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200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Attestations expirées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0" y="3767328"/>
            <a:ext cx="429768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9319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Patterns de fraude complexes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fraude : 0.0 → 1.0   ·   Seuil critique : 0.7   ·   4 sévérités : critique · élevée · moyenne · faible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LAKE — ARCHITECTURE MÉDAILLON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CIRAKAZA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749040"/>
          </a:xfrm>
          <a:prstGeom prst="rect">
            <a:avLst/>
          </a:prstGeom>
          <a:solidFill>
            <a:srgbClr val="1C10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🟤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MinIO  ›  raw/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2377440" cy="36576"/>
          </a:xfrm>
          <a:prstGeom prst="rect">
            <a:avLst/>
          </a:prstGeom>
          <a:solidFill>
            <a:srgbClr val="D97706">
              <a:alpha val="4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260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brut original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Immuable · jamais modifié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directe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65176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097280"/>
            <a:ext cx="2651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234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⚪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29184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MinIO  ›  clean/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2834640"/>
            <a:ext cx="2377440" cy="36576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9260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OCR extrait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JSON validées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· TVA · IBAN · montants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17920" y="1097280"/>
            <a:ext cx="2651760" cy="3749040"/>
          </a:xfrm>
          <a:prstGeom prst="rect">
            <a:avLst/>
          </a:prstGeom>
          <a:solidFill>
            <a:srgbClr val="1C1500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234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🟡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21792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1792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MinIO  ›  curated/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2834640"/>
            <a:ext cx="2377440" cy="36576"/>
          </a:xfrm>
          <a:prstGeom prst="rect">
            <a:avLst/>
          </a:prstGeom>
          <a:solidFill>
            <a:srgbClr val="EAB308">
              <a:alpha val="40000"/>
            </a:srgbClr>
          </a:solidFill>
          <a:ln w="1270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9260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 par Claude 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comptable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CRM + Conformité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983480"/>
            <a:ext cx="8412480" cy="54864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 AIRFLOW &amp; CELERY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MBA FONGANG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Celery — Temps réel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Redis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document par document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étapes séquentielles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automatique × 3 en cas d'erreur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2336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Airflow — Macro scheduling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docuflow_pipeline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: toutes les 5 minutes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tâches · 2 branches parallèles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: localhost:8080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31089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— docuflow_pipeline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56616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3566160"/>
            <a:ext cx="228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45920" y="356616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356616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80360" y="3566160"/>
            <a:ext cx="228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017520" y="356616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356616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inter_doc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3566160"/>
            <a:ext cx="228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20040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20040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93192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93192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56616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56616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89520" y="356616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356616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3200400"/>
            <a:ext cx="27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51960" y="3931920"/>
            <a:ext cx="27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52160" y="356616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356616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  parallèle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REACT &amp; AUTO-FILL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Romain PINTRE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65176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6517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527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:3002/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temps réel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recharts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6517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2527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Upload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1664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:3002/upload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live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65176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43000"/>
            <a:ext cx="26517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527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1664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:3002/documents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filtrée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+ scores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65176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26517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1729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Fournisseurs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" y="35844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:3002/suppliers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8862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auto-rempli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conformité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3063240"/>
            <a:ext cx="265176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63240"/>
            <a:ext cx="26517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1729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Conformité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00400" y="35844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:3002/compliance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38862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sévérité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fraude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265176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063240"/>
            <a:ext cx="26517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1729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Data Lake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126480" y="35844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:3002/datalake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38862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zones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MinIO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Auto-fill : POST /api/suppliers/autofill-from-curated  →  fiches fournisseurs mises à jour automatiquement par l'IA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 LIVE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Boubakar OMRI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: document frauduleux — de l'upload à l'alerte en 5 secondes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16002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1600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31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788920"/>
            <a:ext cx="1600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 la facture avec SIRET falsifié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localhost:3002/upload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301752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87752" y="160020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993392" y="2240280"/>
            <a:ext cx="16002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93392" y="2240280"/>
            <a:ext cx="16002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3392" y="2331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93392" y="2788920"/>
            <a:ext cx="1600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worker en temps réel 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RAW → OCR → Extraction → ⚠ Vérification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93592" y="301752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06824" y="160020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06824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712464" y="2240280"/>
            <a:ext cx="16002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12464" y="2240280"/>
            <a:ext cx="1600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2464" y="2331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12464" y="2788920"/>
            <a:ext cx="1600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Conformité 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CRITIQUE détectées automatiquement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12664" y="301752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025896" y="160020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25896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31536" y="2240280"/>
            <a:ext cx="16002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31536" y="2240280"/>
            <a:ext cx="1600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1536" y="2331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31536" y="2788920"/>
            <a:ext cx="1600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fraude : 85%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marqué SUSPECT dans le CRM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31736" y="301752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744968" y="16002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44968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150608" y="2240280"/>
            <a:ext cx="16002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50608" y="2240280"/>
            <a:ext cx="1600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0608" y="2331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50608" y="2788920"/>
            <a:ext cx="1600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CURATED 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enrichi avec anomalies stocké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DocuFlow : 20 min pour détecter cette fraude  ·  Avec DocuFlow : 5 secondes ✅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TECHNIQUE &amp; CHIFFRES CLÉS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13716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920240" cy="13716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3716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1920240" cy="13716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85800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doc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8595360" cy="242316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69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0.110 · Python 3.12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pdfplumber + Tesseract 5 + OpenCV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/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claude-opus-4-5 (Anthropic)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Celery + Redis · Airflow 2.9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MinIO S3 — Raw / Clean / Curated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· Vite · Tailwind 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· 18 services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! 🚀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DocuFlow v2 — Traitement automatique de documents administratifs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4572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complet 6 étapes · &lt; 5 sec par document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Lake Médaillon Raw / Clean / Curated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163824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Détection fraude IA + validations algorithmiques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60273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frontends auto-remplis : CRM + Conformité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04164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Orchestration Airflow + Celery + 18 services Docker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617720"/>
            <a:ext cx="5029200" cy="384048"/>
          </a:xfrm>
          <a:prstGeom prst="rect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6177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github.com/ivan9630/docflow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206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A4901E7B90F94299192EAE340F64B6" ma:contentTypeVersion="3" ma:contentTypeDescription="Crée un document." ma:contentTypeScope="" ma:versionID="d951d6e234d2e917e7ee6ce8f61e3a44">
  <xsd:schema xmlns:xsd="http://www.w3.org/2001/XMLSchema" xmlns:xs="http://www.w3.org/2001/XMLSchema" xmlns:p="http://schemas.microsoft.com/office/2006/metadata/properties" xmlns:ns2="8d3c6c92-582b-44ee-b38b-d0cd5abdc78f" targetNamespace="http://schemas.microsoft.com/office/2006/metadata/properties" ma:root="true" ma:fieldsID="66312560153127ed836ddc687d815f72" ns2:_="">
    <xsd:import namespace="8d3c6c92-582b-44ee-b38b-d0cd5abdc7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3c6c92-582b-44ee-b38b-d0cd5abdc7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7F7444-D276-480E-B2B2-6ECC006833D5}"/>
</file>

<file path=customXml/itemProps2.xml><?xml version="1.0" encoding="utf-8"?>
<ds:datastoreItem xmlns:ds="http://schemas.openxmlformats.org/officeDocument/2006/customXml" ds:itemID="{D1C58348-8C22-4DE8-A211-9FA1D78DBCEA}"/>
</file>

<file path=customXml/itemProps3.xml><?xml version="1.0" encoding="utf-8"?>
<ds:datastoreItem xmlns:ds="http://schemas.openxmlformats.org/officeDocument/2006/customXml" ds:itemID="{BB7AB0FE-0B95-426B-B4D0-F659901AA07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DocuFlow v2 — Hackathon 2026</dc:title>
  <dc:subject>PptxGenJS Presentation</dc:subject>
  <dc:creator>PptxGenJS</dc:creator>
  <cp:lastModifiedBy>PptxGenJS</cp:lastModifiedBy>
  <cp:revision>1</cp:revision>
  <dcterms:created xsi:type="dcterms:W3CDTF">2026-03-19T14:24:17Z</dcterms:created>
  <dcterms:modified xsi:type="dcterms:W3CDTF">2026-03-19T14:24:17Z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0x01010037A4901E7B90F94299192EAE340F64B6</vt:lpwstr>
  </property>
</Properties>
</file>